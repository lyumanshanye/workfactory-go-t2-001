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6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V1: wrong direction, 24pt is not a physical cap-height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1080000" y="3600000"/>
            <a:ext cx="17640000" cy="288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24272B"/>
                </a:solidFill>
                <a:latin typeface="Noto Sans CJK SC"/>
              </a:defRPr>
            </a:pPr>
            <a:r>
              <a:t>RESTROOMS</a:t>
            </a:r>
          </a:p>
        </p:txBody>
      </p:sp>
      <p:sp>
        <p:nvSpPr>
          <p:cNvPr id="3" name="left_arrow"/>
          <p:cNvSpPr/>
          <p:nvPr/>
        </p:nvSpPr>
        <p:spPr>
          <a:xfrm>
            <a:off x="19080000" y="4320000"/>
            <a:ext cx="1800000" cy="1800000"/>
          </a:xfrm>
          <a:prstGeom prst="leftArrow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forginit-author</dc:creator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