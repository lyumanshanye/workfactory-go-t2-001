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C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B54"/>
                </a:solidFill>
                <a:latin typeface="Aptos"/>
              </a:rPr>
              <a:t>Retailer advertising claims — release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9264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96F7E"/>
                </a:solidFill>
                <a:latin typeface="Aptos"/>
              </a:rPr>
              <a:t>CONTROLLED MATERIAL • NEW JERSEY • 15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648"/>
                </a:solidFill>
                <a:latin typeface="Aptos"/>
              </a:rPr>
              <a:t>For participating New Jersey retailers | 15 February–31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84831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3648"/>
                </a:solidFill>
                <a:latin typeface="Aptos"/>
              </a:rPr>
              <a:t>Use only the exact approved wording on the following slides. Copy may be placed in a retailer’s print layout, but price, percentage, product, timing and conditions may not be 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918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C536E"/>
                </a:solidFill>
                <a:latin typeface="Aptos"/>
              </a:rPr>
              <a:t>DO NOT CONNECT WHOLESALE TERMS TO CONSUMER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5760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3648"/>
                </a:solidFill>
                <a:latin typeface="Aptos"/>
              </a:rPr>
              <a:t>Marchmont invoice discounts, quarterly rebates, freight allowances and effective net price are wholesale program terms. They do not establish a consumer advertised saving.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C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B54"/>
                </a:solidFill>
                <a:latin typeface="Aptos"/>
              </a:rPr>
              <a:t>Exact approved print wording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9264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96F7E"/>
                </a:solidFill>
                <a:latin typeface="Aptos"/>
              </a:rPr>
              <a:t>CONTROLLED MATERIAL • NEW JERSEY • 15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536E"/>
                </a:solidFill>
                <a:latin typeface="Aptos"/>
              </a:rPr>
              <a:t>SEA-SALT CARAMEL BITES 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0744200" cy="2331720"/>
          </a:xfrm>
          <a:prstGeom prst="roundRect">
            <a:avLst/>
          </a:prstGeom>
          <a:solidFill>
            <a:srgbClr val="E7EFF3"/>
          </a:solidFill>
          <a:ln>
            <a:solidFill>
              <a:srgbClr val="96B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10104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3245"/>
                </a:solidFill>
                <a:latin typeface="Aptos"/>
              </a:rPr>
              <a:t>Save 20% off the manufacturer’s suggested retail price of Marchmont Sea-Salt Caramel Bites (12-count): advertised price $4.79; MSRP $5.99. At participating retailers in New Jersey, 15 February–31 March 2026, while supplies last.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75488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5A66"/>
                </a:solidFill>
                <a:latin typeface="Aptos"/>
              </a:rPr>
              <a:t>Required conditions are part of the release copy. Keep them with the claim and readily readable in print.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C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B54"/>
                </a:solidFill>
                <a:latin typeface="Aptos"/>
              </a:rPr>
              <a:t>Exact approved print wording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9264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96F7E"/>
                </a:solidFill>
                <a:latin typeface="Aptos"/>
              </a:rPr>
              <a:t>CONTROLLED MATERIAL • NEW JERSEY • 15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536E"/>
                </a:solidFill>
                <a:latin typeface="Aptos"/>
              </a:rPr>
              <a:t>HERITAGE TRUFFLE 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0744200" cy="2331720"/>
          </a:xfrm>
          <a:prstGeom prst="roundRect">
            <a:avLst/>
          </a:prstGeom>
          <a:solidFill>
            <a:srgbClr val="E7EFF3"/>
          </a:solidFill>
          <a:ln>
            <a:solidFill>
              <a:srgbClr val="96B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10104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3245"/>
                </a:solidFill>
                <a:latin typeface="Aptos"/>
              </a:rPr>
              <a:t>Save 15% off the manufacturer’s suggested retail price of Marchmont Heritage Truffle Collection (8-count): advertised price $6.79; MSRP $7.99. At participating retailers in New Jersey, 15 February–31 March 2026, while supplies last.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75488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5A66"/>
                </a:solidFill>
                <a:latin typeface="Aptos"/>
              </a:rPr>
              <a:t>Required conditions are part of the release copy. Keep them with the claim and readily readable in print.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C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B54"/>
                </a:solidFill>
                <a:latin typeface="Aptos"/>
              </a:rPr>
              <a:t>Exact approved print wording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9264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96F7E"/>
                </a:solidFill>
                <a:latin typeface="Aptos"/>
              </a:rPr>
              <a:t>CONTROLLED MATERIAL • NEW JERSEY • 15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536E"/>
                </a:solidFill>
                <a:latin typeface="Aptos"/>
              </a:rPr>
              <a:t>PARTICIPATING RANGE 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0744200" cy="2331720"/>
          </a:xfrm>
          <a:prstGeom prst="roundRect">
            <a:avLst/>
          </a:prstGeom>
          <a:solidFill>
            <a:srgbClr val="E7EFF3"/>
          </a:solidFill>
          <a:ln>
            <a:solidFill>
              <a:srgbClr val="96B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10104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3245"/>
                </a:solidFill>
                <a:latin typeface="Aptos"/>
              </a:rPr>
              <a:t>Save up to 25% off the manufacturer’s suggested retail price on participating Marchmont confection items: Sea-Salt Caramel Bites (12-count), advertised at $4.79 (MSRP $5.99); Heritage Truffle Collection (8-count), advertised at $6.79 (MSRP $7.99); and Cocoa Nib Crisp Squares (10-count), advertised at $2.99 (MSRP $3.99). Maximum applies to Cocoa Nib Crisp Squares only. At participating retailers in New Jersey, 15 February–31 March 2026, while supplies last.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75488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85A66"/>
                </a:solidFill>
                <a:latin typeface="Aptos"/>
              </a:rPr>
              <a:t>Required conditions are part of the release copy. Keep them with the claim and readily readable in 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C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3B54"/>
                </a:solidFill>
                <a:latin typeface="Aptos"/>
              </a:rPr>
              <a:t>Release controls and substantiation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9264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96F7E"/>
                </a:solidFill>
                <a:latin typeface="Aptos"/>
              </a:rPr>
              <a:t>CONTROLLED MATERIAL • NEW JERSEY • 15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3648"/>
                </a:solidFill>
                <a:latin typeface="Aptos"/>
              </a:rPr>
              <a:t>Representatives: release only the supplied exact wording.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10744200" cy="960120"/>
          </a:xfrm>
          <a:prstGeom prst="roundRect">
            <a:avLst/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648"/>
                </a:solidFill>
                <a:latin typeface="Aptos"/>
              </a:rPr>
              <a:t>Retailer-specific price, percentage, product, period or material-condition changes require fresh substantiation and Sales Operations and Compliance approval before release.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081528"/>
            <a:ext cx="10744200" cy="960120"/>
          </a:xfrm>
          <a:prstGeom prst="roundRect">
            <a:avLst/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648"/>
                </a:solidFill>
                <a:latin typeface="Aptos"/>
              </a:rPr>
              <a:t>Retain the approved MSRP file dated 12 February 2026 and participating-retailer confirmation with the released copy for 4 years. MSRP supports the stated manufacturer-suggested-price comparison only; it does not prove a former price, prevailing market price, market value or typical selling price.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197096"/>
            <a:ext cx="10744200" cy="960120"/>
          </a:xfrm>
          <a:prstGeom prst="roundRect">
            <a:avLst/>
          </a:prstGeom>
          <a:solidFill>
            <a:srgbClr val="E7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61688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648"/>
                </a:solidFill>
                <a:latin typeface="Aptos"/>
              </a:rPr>
              <a:t>Do not add a savings promise, guarantee, “best price,” or another promotional variation. Escalate suspected misuse or a changed fact before publishing.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