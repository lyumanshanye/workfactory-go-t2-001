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76B70"/>
            </a:solidFill>
            <a:ln>
              <a:solidFill>
                <a:srgbClr val="176B70"/>
              </a:solidFill>
            </a:ln>
          </c:spPr>
          <c:cat>
            <c:strRef>
              <c:f>Sheet1!$A$2:$A$4</c:f>
              <c:strCache>
                <c:ptCount val="3"/>
                <c:pt idx="0">
                  <c:v>7月</c:v>
                </c:pt>
                <c:pt idx="1">
                  <c:v>8月</c:v>
                </c:pt>
                <c:pt idx="2">
                  <c:v>9月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299.899</c:v>
                </c:pt>
                <c:pt idx="1">
                  <c:v>301.551</c:v>
                </c:pt>
                <c:pt idx="2">
                  <c:v>302.257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B74659"/>
            </a:solidFill>
            <a:ln>
              <a:solidFill>
                <a:srgbClr val="B74659"/>
              </a:solidFill>
            </a:ln>
          </c:spPr>
          <c:cat>
            <c:strRef>
              <c:f>Sheet1!$A$2:$A$4</c:f>
              <c:strCache>
                <c:ptCount val="3"/>
                <c:pt idx="0">
                  <c:v>7月</c:v>
                </c:pt>
                <c:pt idx="1">
                  <c:v>8月</c:v>
                </c:pt>
                <c:pt idx="2">
                  <c:v>9月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308.501</c:v>
                </c:pt>
                <c:pt idx="1">
                  <c:v>308.64</c:v>
                </c:pt>
                <c:pt idx="2">
                  <c:v>309.046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600" b="0">
                  <a:solidFill>
                    <a:srgbClr val="24272B"/>
                  </a:solidFill>
                  <a:latin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700" b="0">
                <a:solidFill>
                  <a:srgbClr val="24272B"/>
                </a:solidFill>
                <a:latin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30.0"/>
          <c:min val="290.0"/>
        </c:scaling>
        <c:delete val="0"/>
        <c:axPos val="l"/>
        <c:majorGridlines>
          <c:spPr>
            <a:ln>
              <a:solidFill>
                <a:srgbClr val="DDE2E4"/>
              </a:solidFill>
            </a:ln>
          </c:spPr>
        </c:majorGridlines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1700" b="0">
                <a:solidFill>
                  <a:srgbClr val="24272B"/>
                </a:solidFill>
                <a:latin typeface="Noto Sans CJK SC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700" b="0">
              <a:solidFill>
                <a:srgbClr val="24272B"/>
              </a:solidFill>
              <a:latin typeface="Noto Sans CJK SC"/>
            </a:defRPr>
          </a:pPr>
        </a:p>
      </c:txPr>
    </c:legend>
    <c:dispBlanksAs val="gap"/>
  </c:chart>
  <c:txPr>
    <a:bodyPr/>
    <a:lstStyle/>
    <a:p>
      <a:pPr>
        <a:defRPr sz="1800">
          <a:latin typeface="Noto Sans CJK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"/>
          <p:cNvSpPr txBox="1"/>
          <p:nvPr/>
        </p:nvSpPr>
        <p:spPr>
          <a:xfrm>
            <a:off x="432000" y="288000"/>
            <a:ext cx="11160000" cy="540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24272B"/>
                </a:solidFill>
                <a:latin typeface="Noto Sans CJK SC"/>
              </a:defRPr>
            </a:pPr>
            <a:r>
              <a:t>2025所有个人收入上涨9%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32000" y="900000"/>
            <a:ext cx="11160000" cy="360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4272B"/>
                </a:solidFill>
                <a:latin typeface="Noto Sans CJK SC"/>
              </a:defRPr>
            </a:pPr>
            <a:r>
              <a:t>CPI-U｜美元｜三页直接缩印即可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32000" y="1440000"/>
          <a:ext cx="11160000" cy="39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"/>
          <p:cNvSpPr txBox="1"/>
          <p:nvPr/>
        </p:nvSpPr>
        <p:spPr>
          <a:xfrm>
            <a:off x="432000" y="6120000"/>
            <a:ext cx="11160000" cy="360000"/>
          </a:xfrm>
          <a:prstGeom prst="rect">
            <a:avLst/>
          </a:prstGeom>
          <a:noFill/>
        </p:spPr>
        <p:txBody>
          <a:bodyPr wrap="square" lIns="14400" rIns="14400" tIns="10800" bIns="10800" anchor="t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4272B"/>
                </a:solidFill>
                <a:latin typeface="Noto Sans CJK SC"/>
              </a:defRPr>
            </a:pPr>
            <a:r>
              <a:t>草稿V1；制作人未确认。实际数据仍需回原公告核对。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forginit-author</dc:creator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